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6" r:id="rId3"/>
    <p:sldId id="257" r:id="rId4"/>
    <p:sldId id="258" r:id="rId5"/>
    <p:sldId id="259" r:id="rId6"/>
    <p:sldId id="268" r:id="rId7"/>
    <p:sldId id="261" r:id="rId8"/>
    <p:sldId id="262" r:id="rId9"/>
    <p:sldId id="263" r:id="rId10"/>
    <p:sldId id="264" r:id="rId11"/>
    <p:sldId id="265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75E02-72DB-AC84-2D9E-F8A55EA52631}" v="3" dt="2026-05-11T08:51:47.493"/>
    <p1510:client id="{5EBE34CA-E584-9D30-F27A-7AC3D9D0F715}" v="120" dt="2026-05-11T08:48:22.219"/>
    <p1510:client id="{81B215E3-5812-B054-165D-DE46134C2C27}" v="162" dt="2026-05-11T16:48:20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bbbcd62-c0a9-46ff-a92c-5f2300087164::" providerId="AD" clId="Web-{81B215E3-5812-B054-165D-DE46134C2C27}"/>
    <pc:docChg chg="modSld">
      <pc:chgData name="Guest User" userId="S::urn:spo:tenantanon#ebbbcd62-c0a9-46ff-a92c-5f2300087164::" providerId="AD" clId="Web-{81B215E3-5812-B054-165D-DE46134C2C27}" dt="2026-05-11T16:48:16.766" v="96" actId="20577"/>
      <pc:docMkLst>
        <pc:docMk/>
      </pc:docMkLst>
      <pc:sldChg chg="addSp modSp">
        <pc:chgData name="Guest User" userId="S::urn:spo:tenantanon#ebbbcd62-c0a9-46ff-a92c-5f2300087164::" providerId="AD" clId="Web-{81B215E3-5812-B054-165D-DE46134C2C27}" dt="2026-05-11T16:48:02.875" v="92" actId="20577"/>
        <pc:sldMkLst>
          <pc:docMk/>
          <pc:sldMk cId="781264275" sldId="259"/>
        </pc:sldMkLst>
        <pc:spChg chg="add mod">
          <ac:chgData name="Guest User" userId="S::urn:spo:tenantanon#ebbbcd62-c0a9-46ff-a92c-5f2300087164::" providerId="AD" clId="Web-{81B215E3-5812-B054-165D-DE46134C2C27}" dt="2026-05-11T16:48:02.875" v="92" actId="20577"/>
          <ac:spMkLst>
            <pc:docMk/>
            <pc:sldMk cId="781264275" sldId="259"/>
            <ac:spMk id="2" creationId="{00FD919E-441C-7F4F-2F77-07DA491FB801}"/>
          </ac:spMkLst>
        </pc:spChg>
        <pc:spChg chg="mod">
          <ac:chgData name="Guest User" userId="S::urn:spo:tenantanon#ebbbcd62-c0a9-46ff-a92c-5f2300087164::" providerId="AD" clId="Web-{81B215E3-5812-B054-165D-DE46134C2C27}" dt="2026-05-11T16:43:09.924" v="33" actId="1076"/>
          <ac:spMkLst>
            <pc:docMk/>
            <pc:sldMk cId="781264275" sldId="259"/>
            <ac:spMk id="4" creationId="{FE92CC3C-091F-5ACB-5736-A76158BCD589}"/>
          </ac:spMkLst>
        </pc:spChg>
        <pc:spChg chg="mod">
          <ac:chgData name="Guest User" userId="S::urn:spo:tenantanon#ebbbcd62-c0a9-46ff-a92c-5f2300087164::" providerId="AD" clId="Web-{81B215E3-5812-B054-165D-DE46134C2C27}" dt="2026-05-11T16:42:24.110" v="6" actId="1076"/>
          <ac:spMkLst>
            <pc:docMk/>
            <pc:sldMk cId="781264275" sldId="259"/>
            <ac:spMk id="12" creationId="{CD34BB69-75F3-8AEF-0E18-0E2A4068434C}"/>
          </ac:spMkLst>
        </pc:spChg>
        <pc:spChg chg="mod">
          <ac:chgData name="Guest User" userId="S::urn:spo:tenantanon#ebbbcd62-c0a9-46ff-a92c-5f2300087164::" providerId="AD" clId="Web-{81B215E3-5812-B054-165D-DE46134C2C27}" dt="2026-05-11T16:42:16.595" v="4" actId="1076"/>
          <ac:spMkLst>
            <pc:docMk/>
            <pc:sldMk cId="781264275" sldId="259"/>
            <ac:spMk id="13" creationId="{71F1DF8F-8C6F-959D-0355-DD4053E6A242}"/>
          </ac:spMkLst>
        </pc:spChg>
        <pc:picChg chg="mod">
          <ac:chgData name="Guest User" userId="S::urn:spo:tenantanon#ebbbcd62-c0a9-46ff-a92c-5f2300087164::" providerId="AD" clId="Web-{81B215E3-5812-B054-165D-DE46134C2C27}" dt="2026-05-11T16:43:01.190" v="31" actId="1076"/>
          <ac:picMkLst>
            <pc:docMk/>
            <pc:sldMk cId="781264275" sldId="259"/>
            <ac:picMk id="3" creationId="{7C521C03-8337-A8EB-F808-F6D9659F2B8D}"/>
          </ac:picMkLst>
        </pc:picChg>
        <pc:picChg chg="mod">
          <ac:chgData name="Guest User" userId="S::urn:spo:tenantanon#ebbbcd62-c0a9-46ff-a92c-5f2300087164::" providerId="AD" clId="Web-{81B215E3-5812-B054-165D-DE46134C2C27}" dt="2026-05-11T16:41:59.188" v="0" actId="1076"/>
          <ac:picMkLst>
            <pc:docMk/>
            <pc:sldMk cId="781264275" sldId="259"/>
            <ac:picMk id="7" creationId="{55B549F5-14BE-B48F-8FF7-7275310C2001}"/>
          </ac:picMkLst>
        </pc:picChg>
        <pc:picChg chg="mod">
          <ac:chgData name="Guest User" userId="S::urn:spo:tenantanon#ebbbcd62-c0a9-46ff-a92c-5f2300087164::" providerId="AD" clId="Web-{81B215E3-5812-B054-165D-DE46134C2C27}" dt="2026-05-11T16:42:20.079" v="5" actId="1076"/>
          <ac:picMkLst>
            <pc:docMk/>
            <pc:sldMk cId="781264275" sldId="259"/>
            <ac:picMk id="11" creationId="{379B3AC3-0925-35C4-9C82-3861B4598060}"/>
          </ac:picMkLst>
        </pc:picChg>
        <pc:picChg chg="mod">
          <ac:chgData name="Guest User" userId="S::urn:spo:tenantanon#ebbbcd62-c0a9-46ff-a92c-5f2300087164::" providerId="AD" clId="Web-{81B215E3-5812-B054-165D-DE46134C2C27}" dt="2026-05-11T16:42:12.516" v="3" actId="1076"/>
          <ac:picMkLst>
            <pc:docMk/>
            <pc:sldMk cId="781264275" sldId="259"/>
            <ac:picMk id="15" creationId="{04E007E6-BDA1-B2A3-69DC-E5342C547FC8}"/>
          </ac:picMkLst>
        </pc:picChg>
      </pc:sldChg>
      <pc:sldChg chg="addSp modSp">
        <pc:chgData name="Guest User" userId="S::urn:spo:tenantanon#ebbbcd62-c0a9-46ff-a92c-5f2300087164::" providerId="AD" clId="Web-{81B215E3-5812-B054-165D-DE46134C2C27}" dt="2026-05-11T16:44:46.506" v="66" actId="20577"/>
        <pc:sldMkLst>
          <pc:docMk/>
          <pc:sldMk cId="1761233240" sldId="261"/>
        </pc:sldMkLst>
        <pc:spChg chg="add mod">
          <ac:chgData name="Guest User" userId="S::urn:spo:tenantanon#ebbbcd62-c0a9-46ff-a92c-5f2300087164::" providerId="AD" clId="Web-{81B215E3-5812-B054-165D-DE46134C2C27}" dt="2026-05-11T16:44:46.506" v="66" actId="20577"/>
          <ac:spMkLst>
            <pc:docMk/>
            <pc:sldMk cId="1761233240" sldId="261"/>
            <ac:spMk id="3" creationId="{96B50087-18D0-A022-D75B-3FFB258F56EA}"/>
          </ac:spMkLst>
        </pc:spChg>
        <pc:spChg chg="mod">
          <ac:chgData name="Guest User" userId="S::urn:spo:tenantanon#ebbbcd62-c0a9-46ff-a92c-5f2300087164::" providerId="AD" clId="Web-{81B215E3-5812-B054-165D-DE46134C2C27}" dt="2026-05-11T16:43:57.707" v="39" actId="1076"/>
          <ac:spMkLst>
            <pc:docMk/>
            <pc:sldMk cId="1761233240" sldId="261"/>
            <ac:spMk id="7" creationId="{B85811EE-BDFB-28CB-3E47-E1B77A50FD3C}"/>
          </ac:spMkLst>
        </pc:spChg>
        <pc:picChg chg="mod">
          <ac:chgData name="Guest User" userId="S::urn:spo:tenantanon#ebbbcd62-c0a9-46ff-a92c-5f2300087164::" providerId="AD" clId="Web-{81B215E3-5812-B054-165D-DE46134C2C27}" dt="2026-05-11T16:43:53.879" v="38" actId="1076"/>
          <ac:picMkLst>
            <pc:docMk/>
            <pc:sldMk cId="1761233240" sldId="261"/>
            <ac:picMk id="2" creationId="{5910BA80-68DD-A5BF-B706-71010A2F9055}"/>
          </ac:picMkLst>
        </pc:picChg>
      </pc:sldChg>
      <pc:sldChg chg="addSp delSp modSp">
        <pc:chgData name="Guest User" userId="S::urn:spo:tenantanon#ebbbcd62-c0a9-46ff-a92c-5f2300087164::" providerId="AD" clId="Web-{81B215E3-5812-B054-165D-DE46134C2C27}" dt="2026-05-11T16:45:38.262" v="78"/>
        <pc:sldMkLst>
          <pc:docMk/>
          <pc:sldMk cId="2753869731" sldId="262"/>
        </pc:sldMkLst>
        <pc:spChg chg="mod">
          <ac:chgData name="Guest User" userId="S::urn:spo:tenantanon#ebbbcd62-c0a9-46ff-a92c-5f2300087164::" providerId="AD" clId="Web-{81B215E3-5812-B054-165D-DE46134C2C27}" dt="2026-05-11T16:45:36.652" v="77" actId="1076"/>
          <ac:spMkLst>
            <pc:docMk/>
            <pc:sldMk cId="2753869731" sldId="262"/>
            <ac:spMk id="2" creationId="{14711184-5791-2A26-94AC-E8F54D6686CA}"/>
          </ac:spMkLst>
        </pc:spChg>
        <pc:spChg chg="add del mod">
          <ac:chgData name="Guest User" userId="S::urn:spo:tenantanon#ebbbcd62-c0a9-46ff-a92c-5f2300087164::" providerId="AD" clId="Web-{81B215E3-5812-B054-165D-DE46134C2C27}" dt="2026-05-11T16:45:38.262" v="78"/>
          <ac:spMkLst>
            <pc:docMk/>
            <pc:sldMk cId="2753869731" sldId="262"/>
            <ac:spMk id="4" creationId="{46DD750A-A760-CE6C-9D34-E2601489212A}"/>
          </ac:spMkLst>
        </pc:spChg>
        <pc:picChg chg="mod">
          <ac:chgData name="Guest User" userId="S::urn:spo:tenantanon#ebbbcd62-c0a9-46ff-a92c-5f2300087164::" providerId="AD" clId="Web-{81B215E3-5812-B054-165D-DE46134C2C27}" dt="2026-05-11T16:45:04.506" v="68" actId="1076"/>
          <ac:picMkLst>
            <pc:docMk/>
            <pc:sldMk cId="2753869731" sldId="262"/>
            <ac:picMk id="6" creationId="{655C9FD0-A420-E3A2-B6E5-55359422F30F}"/>
          </ac:picMkLst>
        </pc:picChg>
        <pc:picChg chg="mod">
          <ac:chgData name="Guest User" userId="S::urn:spo:tenantanon#ebbbcd62-c0a9-46ff-a92c-5f2300087164::" providerId="AD" clId="Web-{81B215E3-5812-B054-165D-DE46134C2C27}" dt="2026-05-11T16:45:11.069" v="70" actId="1076"/>
          <ac:picMkLst>
            <pc:docMk/>
            <pc:sldMk cId="2753869731" sldId="262"/>
            <ac:picMk id="8" creationId="{7F670C08-0B77-A012-C54F-8855E6A7BC8E}"/>
          </ac:picMkLst>
        </pc:picChg>
        <pc:picChg chg="mod">
          <ac:chgData name="Guest User" userId="S::urn:spo:tenantanon#ebbbcd62-c0a9-46ff-a92c-5f2300087164::" providerId="AD" clId="Web-{81B215E3-5812-B054-165D-DE46134C2C27}" dt="2026-05-11T16:45:00.350" v="67" actId="1076"/>
          <ac:picMkLst>
            <pc:docMk/>
            <pc:sldMk cId="2753869731" sldId="262"/>
            <ac:picMk id="12" creationId="{450B9F99-3F08-0B59-21D3-09F79C51AD5F}"/>
          </ac:picMkLst>
        </pc:picChg>
        <pc:picChg chg="mod">
          <ac:chgData name="Guest User" userId="S::urn:spo:tenantanon#ebbbcd62-c0a9-46ff-a92c-5f2300087164::" providerId="AD" clId="Web-{81B215E3-5812-B054-165D-DE46134C2C27}" dt="2026-05-11T16:45:07.678" v="69" actId="1076"/>
          <ac:picMkLst>
            <pc:docMk/>
            <pc:sldMk cId="2753869731" sldId="262"/>
            <ac:picMk id="14" creationId="{15D800D3-EF22-D00B-9135-874E561CBC09}"/>
          </ac:picMkLst>
        </pc:picChg>
      </pc:sldChg>
      <pc:sldChg chg="addSp modSp">
        <pc:chgData name="Guest User" userId="S::urn:spo:tenantanon#ebbbcd62-c0a9-46ff-a92c-5f2300087164::" providerId="AD" clId="Web-{81B215E3-5812-B054-165D-DE46134C2C27}" dt="2026-05-11T16:43:25.769" v="35" actId="20577"/>
        <pc:sldMkLst>
          <pc:docMk/>
          <pc:sldMk cId="4147003697" sldId="268"/>
        </pc:sldMkLst>
        <pc:spChg chg="add mod">
          <ac:chgData name="Guest User" userId="S::urn:spo:tenantanon#ebbbcd62-c0a9-46ff-a92c-5f2300087164::" providerId="AD" clId="Web-{81B215E3-5812-B054-165D-DE46134C2C27}" dt="2026-05-11T16:43:25.769" v="35" actId="20577"/>
          <ac:spMkLst>
            <pc:docMk/>
            <pc:sldMk cId="4147003697" sldId="268"/>
            <ac:spMk id="4" creationId="{21868597-8A62-8E54-3E60-C8553618211C}"/>
          </ac:spMkLst>
        </pc:spChg>
      </pc:sldChg>
      <pc:sldChg chg="modSp">
        <pc:chgData name="Guest User" userId="S::urn:spo:tenantanon#ebbbcd62-c0a9-46ff-a92c-5f2300087164::" providerId="AD" clId="Web-{81B215E3-5812-B054-165D-DE46134C2C27}" dt="2026-05-11T16:48:16.766" v="96" actId="20577"/>
        <pc:sldMkLst>
          <pc:docMk/>
          <pc:sldMk cId="597696728" sldId="270"/>
        </pc:sldMkLst>
        <pc:spChg chg="mod">
          <ac:chgData name="Guest User" userId="S::urn:spo:tenantanon#ebbbcd62-c0a9-46ff-a92c-5f2300087164::" providerId="AD" clId="Web-{81B215E3-5812-B054-165D-DE46134C2C27}" dt="2026-05-11T16:48:16.766" v="96" actId="20577"/>
          <ac:spMkLst>
            <pc:docMk/>
            <pc:sldMk cId="597696728" sldId="270"/>
            <ac:spMk id="3" creationId="{5F10A78C-0E96-917F-22BC-225948F8D2FF}"/>
          </ac:spMkLst>
        </pc:spChg>
      </pc:sldChg>
    </pc:docChg>
  </pc:docChgLst>
  <pc:docChgLst>
    <pc:chgData name="Guest User" userId="S::urn:spo:tenantanon#ebbbcd62-c0a9-46ff-a92c-5f2300087164::" providerId="AD" clId="Web-{09675E02-72DB-AC84-2D9E-F8A55EA52631}"/>
    <pc:docChg chg="modSld">
      <pc:chgData name="Guest User" userId="S::urn:spo:tenantanon#ebbbcd62-c0a9-46ff-a92c-5f2300087164::" providerId="AD" clId="Web-{09675E02-72DB-AC84-2D9E-F8A55EA52631}" dt="2026-05-11T08:50:43.571" v="0" actId="20577"/>
      <pc:docMkLst>
        <pc:docMk/>
      </pc:docMkLst>
      <pc:sldChg chg="modSp">
        <pc:chgData name="Guest User" userId="S::urn:spo:tenantanon#ebbbcd62-c0a9-46ff-a92c-5f2300087164::" providerId="AD" clId="Web-{09675E02-72DB-AC84-2D9E-F8A55EA52631}" dt="2026-05-11T08:50:43.571" v="0" actId="20577"/>
        <pc:sldMkLst>
          <pc:docMk/>
          <pc:sldMk cId="597696728" sldId="270"/>
        </pc:sldMkLst>
        <pc:spChg chg="mod">
          <ac:chgData name="Guest User" userId="S::urn:spo:tenantanon#ebbbcd62-c0a9-46ff-a92c-5f2300087164::" providerId="AD" clId="Web-{09675E02-72DB-AC84-2D9E-F8A55EA52631}" dt="2026-05-11T08:50:43.571" v="0" actId="20577"/>
          <ac:spMkLst>
            <pc:docMk/>
            <pc:sldMk cId="597696728" sldId="270"/>
            <ac:spMk id="3" creationId="{5F10A78C-0E96-917F-22BC-225948F8D2FF}"/>
          </ac:spMkLst>
        </pc:spChg>
      </pc:sldChg>
    </pc:docChg>
  </pc:docChgLst>
  <pc:docChgLst>
    <pc:chgData name="Guest User" userId="S::urn:spo:tenantanon#ebbbcd62-c0a9-46ff-a92c-5f2300087164::" providerId="AD" clId="Web-{5EBE34CA-E584-9D30-F27A-7AC3D9D0F715}"/>
    <pc:docChg chg="addSld modSld">
      <pc:chgData name="Guest User" userId="S::urn:spo:tenantanon#ebbbcd62-c0a9-46ff-a92c-5f2300087164::" providerId="AD" clId="Web-{5EBE34CA-E584-9D30-F27A-7AC3D9D0F715}" dt="2026-05-11T08:48:21.234" v="85" actId="20577"/>
      <pc:docMkLst>
        <pc:docMk/>
      </pc:docMkLst>
      <pc:sldChg chg="modSp">
        <pc:chgData name="Guest User" userId="S::urn:spo:tenantanon#ebbbcd62-c0a9-46ff-a92c-5f2300087164::" providerId="AD" clId="Web-{5EBE34CA-E584-9D30-F27A-7AC3D9D0F715}" dt="2026-05-11T08:46:09.311" v="59"/>
        <pc:sldMkLst>
          <pc:docMk/>
          <pc:sldMk cId="1414612832" sldId="256"/>
        </pc:sldMkLst>
        <pc:spChg chg="mod">
          <ac:chgData name="Guest User" userId="S::urn:spo:tenantanon#ebbbcd62-c0a9-46ff-a92c-5f2300087164::" providerId="AD" clId="Web-{5EBE34CA-E584-9D30-F27A-7AC3D9D0F715}" dt="2026-05-11T08:46:09.280" v="54"/>
          <ac:spMkLst>
            <pc:docMk/>
            <pc:sldMk cId="1414612832" sldId="256"/>
            <ac:spMk id="8" creationId="{D975AA13-8E74-567E-149D-28E454C40773}"/>
          </ac:spMkLst>
        </pc:spChg>
        <pc:spChg chg="mod">
          <ac:chgData name="Guest User" userId="S::urn:spo:tenantanon#ebbbcd62-c0a9-46ff-a92c-5f2300087164::" providerId="AD" clId="Web-{5EBE34CA-E584-9D30-F27A-7AC3D9D0F715}" dt="2026-05-11T08:46:09.280" v="55"/>
          <ac:spMkLst>
            <pc:docMk/>
            <pc:sldMk cId="1414612832" sldId="256"/>
            <ac:spMk id="11" creationId="{4825CF23-7BE5-5B21-D6E6-856FE271909A}"/>
          </ac:spMkLst>
        </pc:spChg>
        <pc:spChg chg="mod">
          <ac:chgData name="Guest User" userId="S::urn:spo:tenantanon#ebbbcd62-c0a9-46ff-a92c-5f2300087164::" providerId="AD" clId="Web-{5EBE34CA-E584-9D30-F27A-7AC3D9D0F715}" dt="2026-05-11T08:46:09.280" v="56"/>
          <ac:spMkLst>
            <pc:docMk/>
            <pc:sldMk cId="1414612832" sldId="256"/>
            <ac:spMk id="21" creationId="{349FB81A-6808-C069-D91F-1F8B000DE5F8}"/>
          </ac:spMkLst>
        </pc:spChg>
        <pc:spChg chg="mod">
          <ac:chgData name="Guest User" userId="S::urn:spo:tenantanon#ebbbcd62-c0a9-46ff-a92c-5f2300087164::" providerId="AD" clId="Web-{5EBE34CA-E584-9D30-F27A-7AC3D9D0F715}" dt="2026-05-11T08:46:09.280" v="57"/>
          <ac:spMkLst>
            <pc:docMk/>
            <pc:sldMk cId="1414612832" sldId="256"/>
            <ac:spMk id="22" creationId="{E7E35596-0195-3023-A1A1-19287A71D469}"/>
          </ac:spMkLst>
        </pc:spChg>
        <pc:spChg chg="mod">
          <ac:chgData name="Guest User" userId="S::urn:spo:tenantanon#ebbbcd62-c0a9-46ff-a92c-5f2300087164::" providerId="AD" clId="Web-{5EBE34CA-E584-9D30-F27A-7AC3D9D0F715}" dt="2026-05-11T08:46:09.280" v="58"/>
          <ac:spMkLst>
            <pc:docMk/>
            <pc:sldMk cId="1414612832" sldId="256"/>
            <ac:spMk id="25" creationId="{61C24CC3-1CF6-696E-316D-A7700E9A33EF}"/>
          </ac:spMkLst>
        </pc:spChg>
        <pc:spChg chg="mod">
          <ac:chgData name="Guest User" userId="S::urn:spo:tenantanon#ebbbcd62-c0a9-46ff-a92c-5f2300087164::" providerId="AD" clId="Web-{5EBE34CA-E584-9D30-F27A-7AC3D9D0F715}" dt="2026-05-11T08:46:09.311" v="59"/>
          <ac:spMkLst>
            <pc:docMk/>
            <pc:sldMk cId="1414612832" sldId="256"/>
            <ac:spMk id="40" creationId="{F2B61C85-640F-CE56-E537-360D58AE9D77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6:18.389" v="60" actId="20577"/>
        <pc:sldMkLst>
          <pc:docMk/>
          <pc:sldMk cId="2543104728" sldId="257"/>
        </pc:sldMkLst>
        <pc:spChg chg="mod">
          <ac:chgData name="Guest User" userId="S::urn:spo:tenantanon#ebbbcd62-c0a9-46ff-a92c-5f2300087164::" providerId="AD" clId="Web-{5EBE34CA-E584-9D30-F27A-7AC3D9D0F715}" dt="2026-05-11T08:46:18.389" v="60" actId="20577"/>
          <ac:spMkLst>
            <pc:docMk/>
            <pc:sldMk cId="2543104728" sldId="257"/>
            <ac:spMk id="6" creationId="{8144C816-051B-A26C-7CB8-D5C9A8560B23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6:31.045" v="64"/>
        <pc:sldMkLst>
          <pc:docMk/>
          <pc:sldMk cId="2608231579" sldId="258"/>
        </pc:sldMkLst>
        <pc:spChg chg="mod">
          <ac:chgData name="Guest User" userId="S::urn:spo:tenantanon#ebbbcd62-c0a9-46ff-a92c-5f2300087164::" providerId="AD" clId="Web-{5EBE34CA-E584-9D30-F27A-7AC3D9D0F715}" dt="2026-05-11T08:46:31.030" v="61"/>
          <ac:spMkLst>
            <pc:docMk/>
            <pc:sldMk cId="2608231579" sldId="258"/>
            <ac:spMk id="3" creationId="{B267E897-420D-E41F-F057-86DFB4BEAA45}"/>
          </ac:spMkLst>
        </pc:spChg>
        <pc:spChg chg="mod">
          <ac:chgData name="Guest User" userId="S::urn:spo:tenantanon#ebbbcd62-c0a9-46ff-a92c-5f2300087164::" providerId="AD" clId="Web-{5EBE34CA-E584-9D30-F27A-7AC3D9D0F715}" dt="2026-05-11T08:46:31.030" v="62"/>
          <ac:spMkLst>
            <pc:docMk/>
            <pc:sldMk cId="2608231579" sldId="258"/>
            <ac:spMk id="4" creationId="{98170805-DFAF-738C-5C70-8DCD409CFF62}"/>
          </ac:spMkLst>
        </pc:spChg>
        <pc:spChg chg="mod">
          <ac:chgData name="Guest User" userId="S::urn:spo:tenantanon#ebbbcd62-c0a9-46ff-a92c-5f2300087164::" providerId="AD" clId="Web-{5EBE34CA-E584-9D30-F27A-7AC3D9D0F715}" dt="2026-05-11T08:46:31.030" v="63"/>
          <ac:spMkLst>
            <pc:docMk/>
            <pc:sldMk cId="2608231579" sldId="258"/>
            <ac:spMk id="9" creationId="{F2AF12DD-6D1A-13AD-F275-B38A7F4BD160}"/>
          </ac:spMkLst>
        </pc:spChg>
        <pc:spChg chg="mod">
          <ac:chgData name="Guest User" userId="S::urn:spo:tenantanon#ebbbcd62-c0a9-46ff-a92c-5f2300087164::" providerId="AD" clId="Web-{5EBE34CA-E584-9D30-F27A-7AC3D9D0F715}" dt="2026-05-11T08:46:31.045" v="64"/>
          <ac:spMkLst>
            <pc:docMk/>
            <pc:sldMk cId="2608231579" sldId="258"/>
            <ac:spMk id="12" creationId="{DB76E20E-12E2-8E6F-3C80-C66A06FDD8C5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6:41.858" v="67"/>
        <pc:sldMkLst>
          <pc:docMk/>
          <pc:sldMk cId="781264275" sldId="259"/>
        </pc:sldMkLst>
        <pc:spChg chg="mod">
          <ac:chgData name="Guest User" userId="S::urn:spo:tenantanon#ebbbcd62-c0a9-46ff-a92c-5f2300087164::" providerId="AD" clId="Web-{5EBE34CA-E584-9D30-F27A-7AC3D9D0F715}" dt="2026-05-11T08:46:41.858" v="65"/>
          <ac:spMkLst>
            <pc:docMk/>
            <pc:sldMk cId="781264275" sldId="259"/>
            <ac:spMk id="4" creationId="{FE92CC3C-091F-5ACB-5736-A76158BCD589}"/>
          </ac:spMkLst>
        </pc:spChg>
        <pc:spChg chg="mod">
          <ac:chgData name="Guest User" userId="S::urn:spo:tenantanon#ebbbcd62-c0a9-46ff-a92c-5f2300087164::" providerId="AD" clId="Web-{5EBE34CA-E584-9D30-F27A-7AC3D9D0F715}" dt="2026-05-11T08:46:41.858" v="66"/>
          <ac:spMkLst>
            <pc:docMk/>
            <pc:sldMk cId="781264275" sldId="259"/>
            <ac:spMk id="12" creationId="{CD34BB69-75F3-8AEF-0E18-0E2A4068434C}"/>
          </ac:spMkLst>
        </pc:spChg>
        <pc:spChg chg="mod">
          <ac:chgData name="Guest User" userId="S::urn:spo:tenantanon#ebbbcd62-c0a9-46ff-a92c-5f2300087164::" providerId="AD" clId="Web-{5EBE34CA-E584-9D30-F27A-7AC3D9D0F715}" dt="2026-05-11T08:46:41.858" v="67"/>
          <ac:spMkLst>
            <pc:docMk/>
            <pc:sldMk cId="781264275" sldId="259"/>
            <ac:spMk id="13" creationId="{71F1DF8F-8C6F-959D-0355-DD4053E6A242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7:08.983" v="73"/>
        <pc:sldMkLst>
          <pc:docMk/>
          <pc:sldMk cId="1761233240" sldId="261"/>
        </pc:sldMkLst>
        <pc:spChg chg="mod">
          <ac:chgData name="Guest User" userId="S::urn:spo:tenantanon#ebbbcd62-c0a9-46ff-a92c-5f2300087164::" providerId="AD" clId="Web-{5EBE34CA-E584-9D30-F27A-7AC3D9D0F715}" dt="2026-05-11T08:47:08.983" v="72"/>
          <ac:spMkLst>
            <pc:docMk/>
            <pc:sldMk cId="1761233240" sldId="261"/>
            <ac:spMk id="7" creationId="{B85811EE-BDFB-28CB-3E47-E1B77A50FD3C}"/>
          </ac:spMkLst>
        </pc:spChg>
        <pc:spChg chg="mod">
          <ac:chgData name="Guest User" userId="S::urn:spo:tenantanon#ebbbcd62-c0a9-46ff-a92c-5f2300087164::" providerId="AD" clId="Web-{5EBE34CA-E584-9D30-F27A-7AC3D9D0F715}" dt="2026-05-11T08:47:08.983" v="73"/>
          <ac:spMkLst>
            <pc:docMk/>
            <pc:sldMk cId="1761233240" sldId="261"/>
            <ac:spMk id="10" creationId="{4DFE5CE5-C003-2055-2BC7-35591B4DD475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7:23.343" v="74"/>
        <pc:sldMkLst>
          <pc:docMk/>
          <pc:sldMk cId="2753869731" sldId="262"/>
        </pc:sldMkLst>
        <pc:spChg chg="mod">
          <ac:chgData name="Guest User" userId="S::urn:spo:tenantanon#ebbbcd62-c0a9-46ff-a92c-5f2300087164::" providerId="AD" clId="Web-{5EBE34CA-E584-9D30-F27A-7AC3D9D0F715}" dt="2026-05-11T08:47:23.343" v="74"/>
          <ac:spMkLst>
            <pc:docMk/>
            <pc:sldMk cId="2753869731" sldId="262"/>
            <ac:spMk id="2" creationId="{14711184-5791-2A26-94AC-E8F54D6686CA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7:34.593" v="77"/>
        <pc:sldMkLst>
          <pc:docMk/>
          <pc:sldMk cId="1572099493" sldId="263"/>
        </pc:sldMkLst>
        <pc:spChg chg="mod">
          <ac:chgData name="Guest User" userId="S::urn:spo:tenantanon#ebbbcd62-c0a9-46ff-a92c-5f2300087164::" providerId="AD" clId="Web-{5EBE34CA-E584-9D30-F27A-7AC3D9D0F715}" dt="2026-05-11T08:47:34.577" v="75"/>
          <ac:spMkLst>
            <pc:docMk/>
            <pc:sldMk cId="1572099493" sldId="263"/>
            <ac:spMk id="2" creationId="{1BB568C9-E737-FF1B-129A-F1D1A901F2C4}"/>
          </ac:spMkLst>
        </pc:spChg>
        <pc:spChg chg="mod">
          <ac:chgData name="Guest User" userId="S::urn:spo:tenantanon#ebbbcd62-c0a9-46ff-a92c-5f2300087164::" providerId="AD" clId="Web-{5EBE34CA-E584-9D30-F27A-7AC3D9D0F715}" dt="2026-05-11T08:47:34.577" v="76"/>
          <ac:spMkLst>
            <pc:docMk/>
            <pc:sldMk cId="1572099493" sldId="263"/>
            <ac:spMk id="7" creationId="{21F461B9-BDB1-BB01-FA11-42EC4C122F6E}"/>
          </ac:spMkLst>
        </pc:spChg>
        <pc:spChg chg="mod">
          <ac:chgData name="Guest User" userId="S::urn:spo:tenantanon#ebbbcd62-c0a9-46ff-a92c-5f2300087164::" providerId="AD" clId="Web-{5EBE34CA-E584-9D30-F27A-7AC3D9D0F715}" dt="2026-05-11T08:47:34.593" v="77"/>
          <ac:spMkLst>
            <pc:docMk/>
            <pc:sldMk cId="1572099493" sldId="263"/>
            <ac:spMk id="8" creationId="{98BA2F26-B56F-4430-D9E5-9AFD581C7D5F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7:44.453" v="78" actId="20577"/>
        <pc:sldMkLst>
          <pc:docMk/>
          <pc:sldMk cId="4068824021" sldId="264"/>
        </pc:sldMkLst>
        <pc:spChg chg="mod">
          <ac:chgData name="Guest User" userId="S::urn:spo:tenantanon#ebbbcd62-c0a9-46ff-a92c-5f2300087164::" providerId="AD" clId="Web-{5EBE34CA-E584-9D30-F27A-7AC3D9D0F715}" dt="2026-05-11T08:47:44.453" v="78" actId="20577"/>
          <ac:spMkLst>
            <pc:docMk/>
            <pc:sldMk cId="4068824021" sldId="264"/>
            <ac:spMk id="2" creationId="{A5CB028D-5BB4-DBF6-D56C-2D8D777DAC6D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7:53.375" v="81"/>
        <pc:sldMkLst>
          <pc:docMk/>
          <pc:sldMk cId="860035944" sldId="265"/>
        </pc:sldMkLst>
        <pc:spChg chg="mod">
          <ac:chgData name="Guest User" userId="S::urn:spo:tenantanon#ebbbcd62-c0a9-46ff-a92c-5f2300087164::" providerId="AD" clId="Web-{5EBE34CA-E584-9D30-F27A-7AC3D9D0F715}" dt="2026-05-11T08:47:53.359" v="79"/>
          <ac:spMkLst>
            <pc:docMk/>
            <pc:sldMk cId="860035944" sldId="265"/>
            <ac:spMk id="4" creationId="{E61536ED-E0BC-FA5B-3729-89E10B90E547}"/>
          </ac:spMkLst>
        </pc:spChg>
        <pc:spChg chg="mod">
          <ac:chgData name="Guest User" userId="S::urn:spo:tenantanon#ebbbcd62-c0a9-46ff-a92c-5f2300087164::" providerId="AD" clId="Web-{5EBE34CA-E584-9D30-F27A-7AC3D9D0F715}" dt="2026-05-11T08:47:53.359" v="80"/>
          <ac:spMkLst>
            <pc:docMk/>
            <pc:sldMk cId="860035944" sldId="265"/>
            <ac:spMk id="6" creationId="{28D3642B-BC22-8070-35B1-2F8A863B03AB}"/>
          </ac:spMkLst>
        </pc:spChg>
        <pc:spChg chg="mod">
          <ac:chgData name="Guest User" userId="S::urn:spo:tenantanon#ebbbcd62-c0a9-46ff-a92c-5f2300087164::" providerId="AD" clId="Web-{5EBE34CA-E584-9D30-F27A-7AC3D9D0F715}" dt="2026-05-11T08:47:53.375" v="81"/>
          <ac:spMkLst>
            <pc:docMk/>
            <pc:sldMk cId="860035944" sldId="265"/>
            <ac:spMk id="7" creationId="{BD02CF41-00EE-E8CC-CCDE-997C4E9F8325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8:01.500" v="82"/>
        <pc:sldMkLst>
          <pc:docMk/>
          <pc:sldMk cId="1912766957" sldId="267"/>
        </pc:sldMkLst>
        <pc:spChg chg="mod">
          <ac:chgData name="Guest User" userId="S::urn:spo:tenantanon#ebbbcd62-c0a9-46ff-a92c-5f2300087164::" providerId="AD" clId="Web-{5EBE34CA-E584-9D30-F27A-7AC3D9D0F715}" dt="2026-05-11T08:48:01.500" v="82"/>
          <ac:spMkLst>
            <pc:docMk/>
            <pc:sldMk cId="1912766957" sldId="267"/>
            <ac:spMk id="6" creationId="{A46FA5B2-6F2F-0A70-59FF-DA44DD498683}"/>
          </ac:spMkLst>
        </pc:spChg>
      </pc:sldChg>
      <pc:sldChg chg="modSp">
        <pc:chgData name="Guest User" userId="S::urn:spo:tenantanon#ebbbcd62-c0a9-46ff-a92c-5f2300087164::" providerId="AD" clId="Web-{5EBE34CA-E584-9D30-F27A-7AC3D9D0F715}" dt="2026-05-11T08:47:03.780" v="71"/>
        <pc:sldMkLst>
          <pc:docMk/>
          <pc:sldMk cId="4147003697" sldId="268"/>
        </pc:sldMkLst>
        <pc:spChg chg="mod">
          <ac:chgData name="Guest User" userId="S::urn:spo:tenantanon#ebbbcd62-c0a9-46ff-a92c-5f2300087164::" providerId="AD" clId="Web-{5EBE34CA-E584-9D30-F27A-7AC3D9D0F715}" dt="2026-05-11T08:47:03.765" v="70"/>
          <ac:spMkLst>
            <pc:docMk/>
            <pc:sldMk cId="4147003697" sldId="268"/>
            <ac:spMk id="6" creationId="{3156F656-C2F7-07DC-9D03-9D43D0C26AA3}"/>
          </ac:spMkLst>
        </pc:spChg>
        <pc:spChg chg="mod">
          <ac:chgData name="Guest User" userId="S::urn:spo:tenantanon#ebbbcd62-c0a9-46ff-a92c-5f2300087164::" providerId="AD" clId="Web-{5EBE34CA-E584-9D30-F27A-7AC3D9D0F715}" dt="2026-05-11T08:47:03.780" v="71"/>
          <ac:spMkLst>
            <pc:docMk/>
            <pc:sldMk cId="4147003697" sldId="268"/>
            <ac:spMk id="7" creationId="{22174770-4D8D-DA37-F4CF-63AA3EDB30F8}"/>
          </ac:spMkLst>
        </pc:spChg>
      </pc:sldChg>
      <pc:sldChg chg="addSp modSp new">
        <pc:chgData name="Guest User" userId="S::urn:spo:tenantanon#ebbbcd62-c0a9-46ff-a92c-5f2300087164::" providerId="AD" clId="Web-{5EBE34CA-E584-9D30-F27A-7AC3D9D0F715}" dt="2026-05-11T08:48:21.234" v="85" actId="20577"/>
        <pc:sldMkLst>
          <pc:docMk/>
          <pc:sldMk cId="597696728" sldId="270"/>
        </pc:sldMkLst>
        <pc:spChg chg="add mod">
          <ac:chgData name="Guest User" userId="S::urn:spo:tenantanon#ebbbcd62-c0a9-46ff-a92c-5f2300087164::" providerId="AD" clId="Web-{5EBE34CA-E584-9D30-F27A-7AC3D9D0F715}" dt="2026-05-11T08:48:21.234" v="85" actId="20577"/>
          <ac:spMkLst>
            <pc:docMk/>
            <pc:sldMk cId="597696728" sldId="270"/>
            <ac:spMk id="2" creationId="{514FFD06-D8E1-599B-B093-6FE1FFC1206B}"/>
          </ac:spMkLst>
        </pc:spChg>
        <pc:spChg chg="add mod">
          <ac:chgData name="Guest User" userId="S::urn:spo:tenantanon#ebbbcd62-c0a9-46ff-a92c-5f2300087164::" providerId="AD" clId="Web-{5EBE34CA-E584-9D30-F27A-7AC3D9D0F715}" dt="2026-05-11T08:48:12.375" v="84"/>
          <ac:spMkLst>
            <pc:docMk/>
            <pc:sldMk cId="597696728" sldId="270"/>
            <ac:spMk id="3" creationId="{5F10A78C-0E96-917F-22BC-225948F8D2F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973F4-7C88-425E-8BB1-2373144DD863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3F701-6242-45F1-AC93-FDA1E68C0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84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3F701-6242-45F1-AC93-FDA1E68C014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54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C3F2-80D2-A827-33E3-452EB7F31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96BAE-BCA6-936A-C254-24D568334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30A7A-3703-EA7E-1ED5-3173E3A5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714C3-6890-31BA-EFB1-5DA1729D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01B4A-71BC-91C0-D6F1-13F73A7F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14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9A8D-0848-FDB9-56A7-6509083E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A922F-F85E-CDB1-7C2C-D3D69C9D9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7D19C-2D2C-05C7-8D68-A74D12FD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9F13C-5F11-4053-7DE9-2E5C0010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A90E5-7D23-A5E0-AE51-50282AD6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45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2168-325B-DA0D-38E9-BC1721C8F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CA106-2793-4399-DD1E-21F399C3B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5C524-9839-89D4-FF0B-9FEE50A5E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EBB8-45EC-E17C-3E57-EB2AF0E6C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785F6-D0DC-AB7F-1809-4279B424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775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A2F6-1F78-A471-5F4D-27EFC46E6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0FB05-3C44-0B1C-3865-056D265CF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BAA3E-3242-8834-CD90-5410CD36E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2FB3F-B530-B910-E6DB-833B57EB5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D62F1-90D6-73B2-53FB-D9968770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E82A3-469A-E474-7D47-6A04D35C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8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D26F-B65F-3819-1FEB-B43BFBA1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8E6CF-1FC8-AAAD-9C67-21E976982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AFE21-E98F-099D-5A17-E84BFC2D7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CEC07A-BD13-72DD-83E0-225ECDEAB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0329C0-B7CA-D70F-1288-EF38EA75A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3EA90-ED8E-9E9E-8146-B166C8F4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AE5C30-D337-81A9-AC38-9ECB49B7B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97B87-3B0C-8B87-C175-B25AA6BC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04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EA49-C2D2-CA19-2507-DF874315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6F0EE-3AA2-4EA6-491C-7707460A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3D59B-8153-AEC8-D25A-E3142C7F2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44AB4-5DF5-D9CB-AB4D-A8B69E12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17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14AA3A-5C72-DE26-E3B0-293ABA0E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F9DD-BCDD-9528-890F-C40761A2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148A2-B9C9-34CA-3E73-2F8A6F0E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03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007B-4C73-56EC-2C27-6C712DCE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FD7EB-DF78-43E1-7EE7-D93A71070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E08-A9B4-B5EE-B9FC-7597EC883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24D41-2F38-A0B6-2AEA-CD36C738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F7FE3-7711-DEC8-F99B-822688CC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67F17-67FF-EB2B-CAC8-31EF7502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83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96A9-743D-951A-3468-646A4BBF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5DB84F-AF31-2392-E5BB-34016924D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418A0-B002-8089-E638-599D87565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4A4A4-F3AF-C8AE-B8D6-6B5DA4A0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54CE9-B289-8153-5FA7-B3DE0E944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584B2-C479-405B-8DF5-6131B3BC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59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9898-8264-E7AB-895F-80F864FC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C0FB2-1018-F756-6409-964230DF8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82EAB-5857-3142-A3E2-0B7FF4F9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EDD48-C1CF-E687-7519-00A82C6A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6E13C-F48F-EEA8-0888-B4305480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62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4B49DA-A9DF-274C-EDA6-36C45203F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CF9EC-E423-42E7-DC49-DD806D1B0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A62FA-35E1-4E73-0626-5983315C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70CCE-1DC6-EDFA-6D72-D11F5E8E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95520-0038-BACA-538D-E40EE3E0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32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57ABB-9B39-D15A-36EE-79CA622C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13EB2-3E48-B47A-FF0B-5AFBE4116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D0938-A60F-2CC1-2895-C56C9D79E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21A745-7DBD-466F-A4F0-2BDF94522A8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66315-2464-F387-D98C-96284E588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72C70-A6AF-15F5-FF62-7565907E6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E1C4F-2F67-42E5-ADDB-15C9A5710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5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4324AD-74AC-EDEF-FDE2-9112B098B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946" y="2242781"/>
            <a:ext cx="7712108" cy="8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88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75AA13-8E74-567E-149D-28E454C40773}"/>
              </a:ext>
            </a:extLst>
          </p:cNvPr>
          <p:cNvSpPr txBox="1"/>
          <p:nvPr/>
        </p:nvSpPr>
        <p:spPr>
          <a:xfrm>
            <a:off x="424282" y="317029"/>
            <a:ext cx="356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Problem Statement: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267937-92EF-167B-7F70-FDC2C9B11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833" y="617732"/>
            <a:ext cx="5171881" cy="26747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25CF23-7BE5-5B21-D6E6-856FE271909A}"/>
              </a:ext>
            </a:extLst>
          </p:cNvPr>
          <p:cNvSpPr txBox="1"/>
          <p:nvPr/>
        </p:nvSpPr>
        <p:spPr>
          <a:xfrm>
            <a:off x="5866790" y="219456"/>
            <a:ext cx="393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Dataset Structure 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19C594-2820-F06D-5E24-8BDC5D6F1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790" y="3429000"/>
            <a:ext cx="3065069" cy="3814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B17BB9-D93A-698B-0CF6-AAB5BA426D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82" y="2557511"/>
            <a:ext cx="1552575" cy="13525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49FB81A-6808-C069-D91F-1F8B000DE5F8}"/>
              </a:ext>
            </a:extLst>
          </p:cNvPr>
          <p:cNvSpPr txBox="1"/>
          <p:nvPr/>
        </p:nvSpPr>
        <p:spPr>
          <a:xfrm>
            <a:off x="358446" y="2106618"/>
            <a:ext cx="497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/>
                <a:cs typeface="Times New Roman"/>
              </a:rPr>
              <a:t>Price Description (Target Vector):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E35596-0195-3023-A1A1-19287A71D469}"/>
              </a:ext>
            </a:extLst>
          </p:cNvPr>
          <p:cNvSpPr txBox="1"/>
          <p:nvPr/>
        </p:nvSpPr>
        <p:spPr>
          <a:xfrm>
            <a:off x="424282" y="4019702"/>
            <a:ext cx="324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Missing Values Detection: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5B48BAF-B8B4-D0DD-1FDA-B7F3EFB0F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2" y="4512529"/>
            <a:ext cx="2066925" cy="609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1C24CC3-1CF6-696E-316D-A7700E9A33EF}"/>
              </a:ext>
            </a:extLst>
          </p:cNvPr>
          <p:cNvSpPr txBox="1"/>
          <p:nvPr/>
        </p:nvSpPr>
        <p:spPr>
          <a:xfrm>
            <a:off x="424282" y="5398298"/>
            <a:ext cx="324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Duplicate Rows Detection: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3C3E352-EE62-44F5-8D48-8E411B8493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82" y="5767630"/>
            <a:ext cx="4229705" cy="86686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92556EF-4EEE-2D92-FC49-ECE4F49302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734" y="4323282"/>
            <a:ext cx="3303180" cy="238524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2B61C85-640F-CE56-E537-360D58AE9D77}"/>
              </a:ext>
            </a:extLst>
          </p:cNvPr>
          <p:cNvSpPr txBox="1"/>
          <p:nvPr/>
        </p:nvSpPr>
        <p:spPr>
          <a:xfrm>
            <a:off x="5747734" y="3805293"/>
            <a:ext cx="4864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Information regarding the Dataset: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13C1B0-D2E5-16BE-4854-A5AE84AA60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112" y="809856"/>
            <a:ext cx="4343776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12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17D54CC-3827-A2EE-EAA5-DC2C7A3A0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131" y="1375225"/>
            <a:ext cx="10197737" cy="3776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44C816-051B-A26C-7CB8-D5C9A8560B23}"/>
              </a:ext>
            </a:extLst>
          </p:cNvPr>
          <p:cNvSpPr txBox="1"/>
          <p:nvPr/>
        </p:nvSpPr>
        <p:spPr>
          <a:xfrm>
            <a:off x="814251" y="797357"/>
            <a:ext cx="493549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>
                <a:latin typeface="Times"/>
                <a:cs typeface="Times"/>
              </a:rPr>
              <a:t>Class labels in each Attribute:</a:t>
            </a:r>
          </a:p>
        </p:txBody>
      </p:sp>
    </p:spTree>
    <p:extLst>
      <p:ext uri="{BB962C8B-B14F-4D97-AF65-F5344CB8AC3E}">
        <p14:creationId xmlns:p14="http://schemas.microsoft.com/office/powerpoint/2010/main" val="2543104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B267E897-420D-E41F-F057-86DFB4BEAA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95498" y="25450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/>
              <a:cs typeface="Times New Roman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8170805-DFAF-738C-5C70-8DCD409CFF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9465F2-DF9B-D472-4E98-34C45983D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42" y="1633385"/>
            <a:ext cx="5153025" cy="4086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AF12DD-6D1A-13AD-F275-B38A7F4BD160}"/>
              </a:ext>
            </a:extLst>
          </p:cNvPr>
          <p:cNvSpPr txBox="1"/>
          <p:nvPr/>
        </p:nvSpPr>
        <p:spPr>
          <a:xfrm>
            <a:off x="417842" y="632345"/>
            <a:ext cx="4550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Visualisation of the Dataset:  after converting categorical Columns into numeric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F7395E-DEAC-1B85-C70E-4195AF5A8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10" y="2447087"/>
            <a:ext cx="2381250" cy="3924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76E20E-12E2-8E6F-3C80-C66A06FDD8C5}"/>
              </a:ext>
            </a:extLst>
          </p:cNvPr>
          <p:cNvSpPr txBox="1"/>
          <p:nvPr/>
        </p:nvSpPr>
        <p:spPr>
          <a:xfrm>
            <a:off x="7224102" y="1633385"/>
            <a:ext cx="4550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Required Columns(removing Redundant features):</a:t>
            </a:r>
          </a:p>
        </p:txBody>
      </p:sp>
    </p:spTree>
    <p:extLst>
      <p:ext uri="{BB962C8B-B14F-4D97-AF65-F5344CB8AC3E}">
        <p14:creationId xmlns:p14="http://schemas.microsoft.com/office/powerpoint/2010/main" val="260823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21C03-8337-A8EB-F808-F6D9659F2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44" y="1073429"/>
            <a:ext cx="6438900" cy="3238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92CC3C-091F-5ACB-5736-A76158BCD589}"/>
              </a:ext>
            </a:extLst>
          </p:cNvPr>
          <p:cNvSpPr txBox="1"/>
          <p:nvPr/>
        </p:nvSpPr>
        <p:spPr>
          <a:xfrm>
            <a:off x="385344" y="703059"/>
            <a:ext cx="455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"/>
                <a:cs typeface="Times"/>
              </a:rPr>
              <a:t>After removing Redundant Features: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B549F5-14BE-B48F-8FF7-7275310C2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05" y="4314825"/>
            <a:ext cx="2667000" cy="2543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9B3AC3-0925-35C4-9C82-3861B4598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536" y="1216170"/>
            <a:ext cx="2514599" cy="33729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34BB69-75F3-8AEF-0E18-0E2A4068434C}"/>
              </a:ext>
            </a:extLst>
          </p:cNvPr>
          <p:cNvSpPr txBox="1"/>
          <p:nvPr/>
        </p:nvSpPr>
        <p:spPr>
          <a:xfrm>
            <a:off x="7613938" y="845872"/>
            <a:ext cx="3650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"/>
                <a:cs typeface="Times"/>
              </a:rPr>
              <a:t>After removal of missing values: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F1DF8F-8C6F-959D-0355-DD4053E6A242}"/>
              </a:ext>
            </a:extLst>
          </p:cNvPr>
          <p:cNvSpPr txBox="1"/>
          <p:nvPr/>
        </p:nvSpPr>
        <p:spPr>
          <a:xfrm>
            <a:off x="7616550" y="4953000"/>
            <a:ext cx="4010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"/>
                <a:cs typeface="Times"/>
              </a:rPr>
              <a:t>After dropping duplicate rows: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E007E6-BDA1-B2A3-69DC-E5342C547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569" y="5321898"/>
            <a:ext cx="2501712" cy="13274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FD919E-441C-7F4F-2F77-07DA491FB801}"/>
              </a:ext>
            </a:extLst>
          </p:cNvPr>
          <p:cNvSpPr txBox="1"/>
          <p:nvPr/>
        </p:nvSpPr>
        <p:spPr>
          <a:xfrm>
            <a:off x="384463" y="169597"/>
            <a:ext cx="365067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>
                <a:latin typeface="Times"/>
                <a:cs typeface="Times"/>
              </a:rPr>
              <a:t>Data Preprocessing:</a:t>
            </a:r>
            <a:endParaRPr lang="en-IN" b="1" dirty="0">
              <a:latin typeface="Times"/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78126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387DF3-045A-9F21-9152-D7D735B3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34886"/>
            <a:ext cx="5291666" cy="3188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A3D891-BD25-BFC1-F203-B83E3F51F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947333"/>
            <a:ext cx="5291667" cy="29633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56F656-C2F7-07DC-9D03-9D43D0C26AA3}"/>
              </a:ext>
            </a:extLst>
          </p:cNvPr>
          <p:cNvSpPr txBox="1"/>
          <p:nvPr/>
        </p:nvSpPr>
        <p:spPr>
          <a:xfrm>
            <a:off x="1836115" y="1294790"/>
            <a:ext cx="2403543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Before outlier removal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74770-4D8D-DA37-F4CF-63AA3EDB30F8}"/>
              </a:ext>
            </a:extLst>
          </p:cNvPr>
          <p:cNvSpPr txBox="1"/>
          <p:nvPr/>
        </p:nvSpPr>
        <p:spPr>
          <a:xfrm>
            <a:off x="7285939" y="1441094"/>
            <a:ext cx="234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After outlier removal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68597-8A62-8E54-3E60-C8553618211C}"/>
              </a:ext>
            </a:extLst>
          </p:cNvPr>
          <p:cNvSpPr txBox="1"/>
          <p:nvPr/>
        </p:nvSpPr>
        <p:spPr>
          <a:xfrm>
            <a:off x="384463" y="169597"/>
            <a:ext cx="365067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>
                <a:latin typeface="Times"/>
                <a:cs typeface="Times"/>
              </a:rPr>
              <a:t>Data Preprocessing:</a:t>
            </a:r>
            <a:endParaRPr lang="en-IN" b="1" dirty="0">
              <a:latin typeface="Times"/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4147003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10BA80-68DD-A5BF-B706-71010A2F9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36" y="1713140"/>
            <a:ext cx="5122689" cy="3790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5811EE-BDFB-28CB-3E47-E1B77A50FD3C}"/>
              </a:ext>
            </a:extLst>
          </p:cNvPr>
          <p:cNvSpPr txBox="1"/>
          <p:nvPr/>
        </p:nvSpPr>
        <p:spPr>
          <a:xfrm>
            <a:off x="-1562100" y="1049380"/>
            <a:ext cx="6096000" cy="66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800" b="1">
                <a:latin typeface="Times New Roman"/>
                <a:ea typeface="+mj-ea"/>
                <a:cs typeface="Times New Roman"/>
              </a:rPr>
              <a:t>Class Distribution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800">
              <a:latin typeface="Times New Roman"/>
              <a:ea typeface="+mj-ea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E5CE5-C003-2055-2BC7-35591B4DD475}"/>
              </a:ext>
            </a:extLst>
          </p:cNvPr>
          <p:cNvSpPr txBox="1"/>
          <p:nvPr/>
        </p:nvSpPr>
        <p:spPr>
          <a:xfrm>
            <a:off x="6477640" y="2030897"/>
            <a:ext cx="533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Heat Map among the Numeric Attributes: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05FF8D-5046-A2C1-2C24-B817F9E00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630" y="2400229"/>
            <a:ext cx="4667250" cy="4010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B50087-18D0-A022-D75B-3FFB258F56EA}"/>
              </a:ext>
            </a:extLst>
          </p:cNvPr>
          <p:cNvSpPr txBox="1"/>
          <p:nvPr/>
        </p:nvSpPr>
        <p:spPr>
          <a:xfrm>
            <a:off x="505214" y="218564"/>
            <a:ext cx="6425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Exploratory Data Analysis(EDA):</a:t>
            </a:r>
          </a:p>
        </p:txBody>
      </p:sp>
    </p:spTree>
    <p:extLst>
      <p:ext uri="{BB962C8B-B14F-4D97-AF65-F5344CB8AC3E}">
        <p14:creationId xmlns:p14="http://schemas.microsoft.com/office/powerpoint/2010/main" val="1761233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711184-5791-2A26-94AC-E8F54D6686CA}"/>
              </a:ext>
            </a:extLst>
          </p:cNvPr>
          <p:cNvSpPr txBox="1"/>
          <p:nvPr/>
        </p:nvSpPr>
        <p:spPr>
          <a:xfrm>
            <a:off x="274320" y="300446"/>
            <a:ext cx="509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Scatter Plot(to Visualise Relationships)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5C9FD0-A420-E3A2-B6E5-55359422F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765028"/>
            <a:ext cx="4785360" cy="3032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670C08-0B77-A012-C54F-8855E6A7BC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596" y="765028"/>
            <a:ext cx="4706298" cy="31294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0B9F99-3F08-0B59-21D3-09F79C51AD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06" y="3800917"/>
            <a:ext cx="4385651" cy="29185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D800D3-EF22-D00B-9135-874E561CBC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430" y="3855040"/>
            <a:ext cx="4175910" cy="286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69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B568C9-E737-FF1B-129A-F1D1A901F2C4}"/>
              </a:ext>
            </a:extLst>
          </p:cNvPr>
          <p:cNvSpPr txBox="1"/>
          <p:nvPr/>
        </p:nvSpPr>
        <p:spPr>
          <a:xfrm>
            <a:off x="335279" y="300445"/>
            <a:ext cx="5011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Encoding</a:t>
            </a:r>
            <a:r>
              <a:rPr lang="en-IN">
                <a:latin typeface="Times New Roman"/>
                <a:cs typeface="Times New Roman"/>
              </a:rPr>
              <a:t>:</a:t>
            </a:r>
          </a:p>
          <a:p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7F85F1-B8D4-0C0D-47CF-50D06CD7D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79" y="881062"/>
            <a:ext cx="4886325" cy="5095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F461B9-BDB1-BB01-FA11-42EC4C122F6E}"/>
              </a:ext>
            </a:extLst>
          </p:cNvPr>
          <p:cNvSpPr txBox="1"/>
          <p:nvPr/>
        </p:nvSpPr>
        <p:spPr>
          <a:xfrm>
            <a:off x="5509450" y="308129"/>
            <a:ext cx="547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Feature Engineering(For Model Improvement)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A2F26-B56F-4430-D9E5-9AFD581C7D5F}"/>
              </a:ext>
            </a:extLst>
          </p:cNvPr>
          <p:cNvSpPr txBox="1"/>
          <p:nvPr/>
        </p:nvSpPr>
        <p:spPr>
          <a:xfrm>
            <a:off x="335279" y="6089596"/>
            <a:ext cx="6635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Times New Roman"/>
                <a:cs typeface="Times New Roman"/>
              </a:rPr>
              <a:t>Logic : 10-3+5+6+11=29 Columns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F888F7-2663-C68B-30E6-5F3606295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450" y="881062"/>
            <a:ext cx="5038725" cy="638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AEC05A-B921-F46D-46F7-85BDE1AEC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450" y="1575027"/>
            <a:ext cx="5172075" cy="10953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062CBB-5D5B-2277-414B-9ED2B30C0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883" y="2856199"/>
            <a:ext cx="3238500" cy="1323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909F56-2885-4A35-529E-DB644A69A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7883" y="4429937"/>
            <a:ext cx="4667901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99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B028D-5BB4-DBF6-D56C-2D8D777DAC6D}"/>
              </a:ext>
            </a:extLst>
          </p:cNvPr>
          <p:cNvSpPr txBox="1"/>
          <p:nvPr/>
        </p:nvSpPr>
        <p:spPr>
          <a:xfrm>
            <a:off x="425183" y="331181"/>
            <a:ext cx="54710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Feature Engineering(For Model Improvement) continued..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BC7029-821D-C72E-6E66-7A6CEEB94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95" y="1247855"/>
            <a:ext cx="5248197" cy="540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24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1536ED-E0BC-FA5B-3729-89E10B90E547}"/>
              </a:ext>
            </a:extLst>
          </p:cNvPr>
          <p:cNvSpPr txBox="1"/>
          <p:nvPr/>
        </p:nvSpPr>
        <p:spPr>
          <a:xfrm>
            <a:off x="284308" y="169049"/>
            <a:ext cx="295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Models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3642B-BC22-8070-35B1-2F8A863B03AB}"/>
              </a:ext>
            </a:extLst>
          </p:cNvPr>
          <p:cNvSpPr txBox="1"/>
          <p:nvPr/>
        </p:nvSpPr>
        <p:spPr>
          <a:xfrm>
            <a:off x="1859535" y="169049"/>
            <a:ext cx="25280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Decision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KNN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XG Boost</a:t>
            </a:r>
          </a:p>
          <a:p>
            <a:endParaRPr lang="en-IN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2CF41-00EE-E8CC-CCDE-997C4E9F8325}"/>
              </a:ext>
            </a:extLst>
          </p:cNvPr>
          <p:cNvSpPr txBox="1"/>
          <p:nvPr/>
        </p:nvSpPr>
        <p:spPr>
          <a:xfrm>
            <a:off x="284308" y="1813432"/>
            <a:ext cx="3907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Parameter Tuning:</a:t>
            </a:r>
          </a:p>
          <a:p>
            <a:endParaRPr lang="en-IN">
              <a:latin typeface="Times New Roman"/>
              <a:cs typeface="Times New Roman"/>
            </a:endParaRPr>
          </a:p>
          <a:p>
            <a:r>
              <a:rPr lang="en-IN" b="1">
                <a:latin typeface="Times New Roman"/>
                <a:cs typeface="Times New Roman"/>
              </a:rPr>
              <a:t>Case I: with log as feature selection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F6EB2E-C4A1-4779-AA4C-AB5487383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52" y="2721410"/>
            <a:ext cx="3195438" cy="39675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953D7B-E023-5770-1EC0-C2C3BF57C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948" y="2413596"/>
            <a:ext cx="60579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35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EA2E-69C2-7959-F7C5-4844EC38A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6FA5B2-6F2F-0A70-59FF-DA44DD498683}"/>
              </a:ext>
            </a:extLst>
          </p:cNvPr>
          <p:cNvSpPr txBox="1"/>
          <p:nvPr/>
        </p:nvSpPr>
        <p:spPr>
          <a:xfrm>
            <a:off x="246257" y="307361"/>
            <a:ext cx="466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Case II: without log as feature selection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586B20-3D5E-25BA-90E6-4B2B43E81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83" y="1048472"/>
            <a:ext cx="3870276" cy="4805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6D93D9-1BA3-4674-F57D-35B08ADE6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259" y="837938"/>
            <a:ext cx="7246507" cy="187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66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4FFD06-D8E1-599B-B093-6FE1FFC1206B}"/>
              </a:ext>
            </a:extLst>
          </p:cNvPr>
          <p:cNvSpPr txBox="1"/>
          <p:nvPr/>
        </p:nvSpPr>
        <p:spPr>
          <a:xfrm>
            <a:off x="428974" y="464763"/>
            <a:ext cx="23013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Decision Making: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0A78C-0E96-917F-22BC-225948F8D2FF}"/>
              </a:ext>
            </a:extLst>
          </p:cNvPr>
          <p:cNvSpPr txBox="1"/>
          <p:nvPr/>
        </p:nvSpPr>
        <p:spPr>
          <a:xfrm>
            <a:off x="428625" y="933450"/>
            <a:ext cx="1002982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Feature engineering and log transformation significantly improve model performance. </a:t>
            </a:r>
          </a:p>
          <a:p>
            <a:r>
              <a:rPr lang="en-US" dirty="0">
                <a:latin typeface="Times New Roman"/>
                <a:cs typeface="Times New Roman"/>
              </a:rPr>
              <a:t>Ensemble models such as Random Forest and </a:t>
            </a:r>
            <a:r>
              <a:rPr lang="en-US" dirty="0" err="1">
                <a:latin typeface="Times New Roman"/>
                <a:cs typeface="Times New Roman"/>
              </a:rPr>
              <a:t>XGBoost</a:t>
            </a:r>
            <a:r>
              <a:rPr lang="en-US" dirty="0">
                <a:latin typeface="Times New Roman"/>
                <a:cs typeface="Times New Roman"/>
              </a:rPr>
              <a:t> outperform traditional regression models. The best overall performance was achieved using: </a:t>
            </a:r>
          </a:p>
          <a:p>
            <a:r>
              <a:rPr lang="en-US" b="1" dirty="0">
                <a:latin typeface="Times New Roman"/>
                <a:cs typeface="Times New Roman"/>
              </a:rPr>
              <a:t>Random Forest Regression with Log Transformation of Target </a:t>
            </a:r>
            <a:r>
              <a:rPr lang="en-US" b="1">
                <a:latin typeface="Times New Roman"/>
                <a:cs typeface="Times New Roman"/>
              </a:rPr>
              <a:t>Vector</a:t>
            </a:r>
          </a:p>
          <a:p>
            <a:r>
              <a:rPr lang="en-US">
                <a:latin typeface="Times New Roman"/>
                <a:cs typeface="Times New Roman"/>
              </a:rPr>
              <a:t> This model provided: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Highest accuracy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Lowest error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Most reliable fare prediction results</a:t>
            </a:r>
          </a:p>
          <a:p>
            <a:r>
              <a:rPr lang="en-US">
                <a:latin typeface="Times New Roman"/>
                <a:cs typeface="Times New Roman"/>
              </a:rPr>
              <a:t>Hence, Random Forest Regression with feature engineering and logarithmic transformation is recommended for flight fare prediction systems.</a:t>
            </a: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7696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Widescreen</PresentationFormat>
  <Paragraphs>44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a42770</dc:creator>
  <cp:lastModifiedBy>Bharath Kumar Reddy Boddu</cp:lastModifiedBy>
  <cp:revision>35</cp:revision>
  <dcterms:created xsi:type="dcterms:W3CDTF">2026-05-11T06:08:09Z</dcterms:created>
  <dcterms:modified xsi:type="dcterms:W3CDTF">2026-09-26T06:31:53Z</dcterms:modified>
</cp:coreProperties>
</file>